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Platform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Center Infrastructure Monitoring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• Secure • Scalable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4572000"/>
            <a:ext cx="2743200" cy="73152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Center Challenge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840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Visibility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real-time insights into infrastructure health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645920"/>
            <a:ext cx="3840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2240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discovered after service impact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3840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46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Concerns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Unsecured monitoring tools and data transmission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108960"/>
            <a:ext cx="3840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246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Tools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703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incompatible monitoring solutions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DCIM Platform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Server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monitoring hub with enterprise-grade security and multi-database support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mTLS Authentication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Real-time SSE Streaming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Multi-DB Support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RESTful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Agent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monitoring agent with comprehensive hardware and network insights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30+ System Metrics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SNMP Monitoring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Anomaly 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Root Cause 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389120"/>
            <a:ext cx="2743200" cy="73152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89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0" y="4754880"/>
            <a:ext cx="18288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0" y="4389120"/>
            <a:ext cx="2743200" cy="73152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4389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1.21+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933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performance &amp; concurrency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931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+ X.509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9933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encryption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931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PostgreSQL / MySQL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1821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deployment options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560320"/>
            <a:ext cx="3931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+ SNMP v1/v2c/v3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1821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standard support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3931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Server-Sent Events (SSE)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3708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streaming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749040"/>
            <a:ext cx="3931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4114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/ Linux / macOS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43708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compatibility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Server: Central Management Hub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716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Authentication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6276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TLS with client certificate verification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0" y="13716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0" y="16276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monitoring for unlimited agents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402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49631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Server-Sent Events for live updates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240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22402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Multi-Database Support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49631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SQLite, PostgreSQL, MySQL compatibility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089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Processing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3649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Severity-based alerting with retry logic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31089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Aggregation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33649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1m, 5m, 1h, 24h interval aggregation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977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3367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limits with grace period enforcement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9776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3977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423367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API access with CORS support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Agent: Comprehensive Monitoring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716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Metrics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6276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CPU, Memory, Disk, Network monitoring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0" y="13716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Sensors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0" y="16276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Temperature, voltage, fan speed, power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402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Intelligence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49631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LLDP discovery, link speed, firmware tracking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240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22402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SNMP Monitoring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49631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Multi-device support (v1/v2c/v3)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089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3649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baseline with sensitivity levels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31089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33649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Correlates metrics and identifies patterns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977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Hyper-V Monitoring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3367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discovery, resource usage, heartbeat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977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3977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Tracking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423367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BIOS, NIC, RAID, BMC version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 Built-In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38404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Features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Mutual TLS Authentication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X.509 Certificate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TLS 1.2/1.3 Support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Certificate Verification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 Certificate 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Approval Workflow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Encrypted Data Transmission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Plaintext Credentials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931920" cy="384048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Ready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640" y="2194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Retention Policies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514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 Logging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834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Configurable Thresholds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License Enforcement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Role-based Access (via certs)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3794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Encryption at Rest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4114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 Segmentation Ready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Industry Standard Protocols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Monitoring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Performance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(per-core), Memory (RAM/Swap), Disk I/O (IOPS, latency), Network (packets, errors), Process count, System uptime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9319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Health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sensors, Voltage monitoring, Fan speeds, Power consumption, Water cooling (pump/flow), Battery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9319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Intelligence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LLDP discovery, Link speed/duplex, IPv4/IPv6 addresses, Driver/firmware versions, PCI slot info, MTU size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606040"/>
            <a:ext cx="39319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Analytics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capacity &amp; usage, Inode tracking, I/O throughput, Queue depth, Latency monitoring, Filesystem health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39319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SNMP Devices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info, CPU/Memory, Load averages, Disk usage, Network interfaces, TCP/UDP stats, Temperature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840480"/>
            <a:ext cx="39319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Virtualization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4251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Hyper-V VMs, VM resource usage, Heartbeat status, Integration services, VM uptime, State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1828800" cy="73152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1828800" cy="73152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SNMP Devices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2377440"/>
            <a:ext cx="1828800" cy="73152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377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1828800" cy="73152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DCIM Server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2926080"/>
            <a:ext cx="1828800" cy="73152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2194560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43200" y="3291840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0" y="2194560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2560320"/>
            <a:ext cx="0" cy="36576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14400" y="4114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Worker pools for parallel processing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Batch processing for high throughput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Connection pooling for efficiency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937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Rate limiting per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212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Horizontal scaling support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486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Multi-database backend options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931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Centers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hundreds of servers with centralized management and real-time alerting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463040"/>
            <a:ext cx="3931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VM performance, resource usage, and capacity planning across hybrid clouds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3931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Operations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SNMP monitoring of switches, routers, and network devices with LLDP discovery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291840"/>
            <a:ext cx="3931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566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Colocation Facilities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4023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monitoring with isolated views and license-based agent limits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Our DCIM Platform?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508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authentication with certificate-based trust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32120" y="1508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Monitoring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32120" y="178308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metrics covering system, hardware, and 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Analytics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97180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and root cause analysis built-in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651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3212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297180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Windows, Linux, macOS support out-of-the-box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3886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Deployment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16052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for small setups, PostgreSQL/MySQL for enterprise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840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32120" y="3886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Architecture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416052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Go for performance and scalability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Your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 Monitoring?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286000" y="3474720"/>
            <a:ext cx="4572000" cy="109728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3749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Demo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 to see the DCIM Platform in action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2026-02-06T10:45:11Z</dcterms:created>
  <dcterms:modified xsi:type="dcterms:W3CDTF">2026-02-06T10:45:11Z</dcterms:modified>
</cp:coreProperties>
</file>