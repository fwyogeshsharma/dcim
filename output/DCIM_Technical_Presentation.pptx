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marp: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default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paginate: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style: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background-color: #ffffff;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color: #1F2937;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font-family: 'Inter', 'Segoe UI', sans-serif;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font-size: 22px;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padding: 60px;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color: #2563EB;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font-size: 40px;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font-weight: 700;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margin-bottom: 20px;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color: #2563EB;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font-size: 28px;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font-weight: 600;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margin-bottom: 16px;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line-height: 1.5;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margin-bottom: 12px;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color: #DC2626;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.columns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display: grid;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grid-template-columns: 1fr 1fr;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40px;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DCIM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Infrastructure Management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Monitoring | Advanced Analytics | Enterprise Security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Faber Labs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DCIM platform delivers 360° visibility into your data center infrastructure with enterprise-grade security and intelligent analytics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✅ Military-grade mTLS security - Zero-trust architecture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✅ AI-powered anomaly detection - Predict failures before they happen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✅ Root cause analysis - Automated problem diagnosis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✅ Multi-platform support - Windows, Linux, macOS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✅ Hyper-V integration - Complete virtualization visibility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Language: Go 1.21+ (High-performance)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Databases: SQLite, PostgreSQL, MySQL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 mTLS with X.509 certificates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Protocol: HTTPS with TLS 1.2/1.3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Libraries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gopsutil - System metrics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gosnmp - SNMP v1/v2c/v3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WMI - Windows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kardianos/service - Service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modernc.org/sqlite - Embedded 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Go? High performance, native concurrency, single binary deployment, minimal resource footprint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Two-Tier Design: Central Server + Distributed Agents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DCIM Server (Central Hub)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┌──────────┐  ┌──────────┐  ┌──────────────┐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mTLS    │  │ License  │  │   Database   │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Auth    │  │ Manager  │  │ (PostgreSQL) │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└──────────┘  └──────────┘  └──────────────┘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API: Metrics | Alerts | SNMP | Registration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▲ mTLS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┌──────────────┼──────────────┐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         │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┌────▼────┐    ┌────▼────┐   ┌────▼────┐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Agent 1 │    │ Agent 2 │   │ Agent N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│Windows  │    │ Linux   │   │ Hyper-V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└─────────┘    └─────────┘   └─────────┘
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Scalable, Secure, Distributed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Server: Enterprise Command Center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Authentication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mTLS Authentication - Mutual certificate verification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 Management - Auto-renewal, expiry monitoring, backup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TLS 1.2/1.3 - Configurable cipher suites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Authentication - Per-agent certificate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Multi-Database Support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SQLite - Lightweight deployments (&lt;50 agents)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- Enterprise scale (500+ agents)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MySQL - Legacy integration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Configurable retention - 30-365 days per data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Server: Management &amp;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Flexible licensing - Agent and device-based limits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Grace periods - 7-day post-expiry operation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validation - Hourly license checks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Multi-tier features - Basic to advanced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Auto-registration - Zero-touch agent onboarding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workflows - Optional manual authorization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Heartbeat monitoring - 5-minute offline detection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Group management - Organize by environment/location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Server: Data Processing &amp;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metric processors - Parallel metric processing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alert processors - Real-time alert evaluation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database writers - Batch writes for efficiency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Configurable buffers - 1000 metrics, 100 alerts per agent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Retention &amp; Aggregation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Raw metrics: 90 days (configurable)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1-minute averages: 7 days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5-minute averages: 30 days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1-hour averages: 90 days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averages: 1 year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Server: Alerting &amp; Notifications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Alerting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- SMTP with TLS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Slack - Webhook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Webhooks - Custom endpoint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- Programmatic access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Alert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Aggregation windows - Group similar alerts (5 min)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Cooldown periods - Prevent alert storms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Severity escalation - Auto-escalate recurring issues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 processing - Up to 100 alerts per batch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Agent: Comprehensive System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Metrics (Every 30 seconds)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 - Usage, per-core stats, processes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- Total, available, used, swap, cache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 - Usage, I/O rates, read/write bytes, latency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- Bytes in/out, packet stats, errors, drops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Temperature - CPU, GPU, motherboard sensors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Processes - Top consumers, zombie detection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 details - Version, kernel, architecture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Uptime tracking - System and service uptime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sessions - Active users, login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monitoring - Critical service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Agent: SNMP Device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SNMP Support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Protocols: SNMP v1, v2c, v3 (with authentication)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Poll interval: Configurable (30-300 seconds)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Timeout &amp; retries: Resilient to network issues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SNMP Metrics (90+ OIDs)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info - Description, uptime, hostname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 metrics - Idle, user, system, wait, interrupt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- Total, available, swap, real memory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 average - 1-min, 5-min, 15-min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 - Partitions, usage, I/O statistics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interfaces - Speed, status, bytes, packets, errors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TCP/UDP stats - Connections, segments, retransmissions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Temperature sensors - Multiple thermal zones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Agent: Advanced Hardware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&amp; Driver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BIOS/UEFI - Version, vendor, release 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cards - Firmware, driver versions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Storage controllers - RAID controllers, HBA firmware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Component tracking - Model, vendor, location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Advanced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Ethtool integration - Link speed, duplex, driver info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LLDP discovery - Network topology mapping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Interface statistics - Detailed NIC metrics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 monitoring - Real-time connection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Agent: Hyper-V Virtualization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VM-Level Visibility (Windows Only)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Virtual machines - Name, state, status, uptime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allocation - CPU, memory assigned/demand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- CPU usage per VM, memory pressure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services - Heartbeat, version,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Generation - Gen 1 vs Gen 2 VMs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Resource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adapters - Bytes/packets sent/received per VM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Virtual disks - Read/write bytes, IOPS per disk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Host statistics - Total VMs, running VMs, host resources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Hyper-V environments and private clouds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Anomaly Detection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Anomaly Detection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 learning - Automatic normal behavior profiling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detection - CPU spikes, memory leaks, disk slowness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Pattern recognition - Identify unusual metric deviations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Anomaly Types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 spikes - Unusual processor 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leaks - Gradual memory consumption increase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 slow - Response time degradation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 I/O spikes - Sudden I/O increase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anomalies - Throughput or error spikes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Temperature spikes - Thermal anomalies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spikes - Sudden process count increase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Root Cause Analysis (RCA)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Problem Diagnosis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Correlation analysis - Link related anomalies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Pattern matching - Known issue signatures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scoring - 0.0 to 1.0 certainty levels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RCA Capabilities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CPU correlations - Identify process or I/O bottlenecks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pressure - Detect memory leaks or insufficiency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 bottlenecks - Slow disks, high queue depth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issues - Bandwidth exhaustion, packet loss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Actionable recommendations - Suggested remediation steps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MTTR (Mean Time To Resolution) by 70%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 &amp; Compliance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Security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mTLS everywhere - Client and server mutual authentication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Per-agent certificates - Unique identity for each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 rotation - Automated renewal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 hierarchy - Enterprise certificate authority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Encrypted data transmission - All data over TLS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control - Agent approval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trails - Connection logging, metric tracking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retention policies - Configurable for compliance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limiting - Prevent API abuse (12 req/min per agent)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Scalability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Deployment Options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binary - No dependencies, easy deployment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Windows Service - Native service installation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Linux Daemon - systemd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support - Container-ready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Cross-platform - Windows, Linux, macOS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Scalability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Small: 1-10 agents (SQLite)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Medium: 10-50 agents (PostgreSQL)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Large: 50-500 agents (PostgreSQL with tuning)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Enterprise: 500+ agents (PostgreSQL cluster)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from edge devices to enterprise data centers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Capabilities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Agent-Side Monitoring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System metrics (CPU, RAM, Disk)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Network interfaces &amp; statistics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Temperature sensors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Process monitoring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OS details &amp; uptime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Hardware firmware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SNMP device polling (90+ OIDs)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Hyper-V VMs &amp; resources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Intelligence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Centralized data storage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Multi-agent aggregation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License enforcement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Anomaly detection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Root cause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Alert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Data retention &amp; cleanup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RESTful API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visibility across physical, virtual, and network infrastructure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&amp; Business Value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Operations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monitoring - 30-second metric granularity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Capacity planning - Historical trend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optimization - Identify bottlenecks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Asset tracking - Hardware inventory &amp; firmware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Operations (ITOps)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Proactive alerting - Predict failures before impact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diagnosis - RCA reduces troubleshooting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Multi-site monitoring - Centralized view of distributed infrastructure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 reporting - Audit trails and retention policies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Expertise &amp; Differentiators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Sets Us Apart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Enterprise-grade security - mTLS from day one, not an afterthought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AI-powered intelligence - Anomaly detection + RCA built-in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Performance optimized - Go-based, minimal overhead (&lt;5% CPU)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Comprehensive coverage - System + SNMP + Virtualization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Flexible licensing - Pay for what you need, scale as you grow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Technology Stack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 for reliability - Memory-safe, concurrent, fast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Battle-tested libraries - Industry-standard components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Cross-platform native - True multi-OS support, not wrappers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Support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 (Production-Ready in &lt;1 hour)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Generate certificates - One-command mTLS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Deploy server - Single binary, minimal 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Install agents - Auto-registration, zero-touch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Configure alerts - Email, Slack, webhooks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Monitor - Instant visibility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documentation - Installation, configuration,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Deployment scripts - Windows, Linux, macOS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 management - Generation, renewal, monitoring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automation - Multi-platform build scripts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Our DCIM Solution?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Built for security - mTLS, certificate management, encrypted storage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Designed for scale - 1 to 500+ agents with same architecture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Intelligent by default - Anomaly detection &amp; RCA included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Truly cross-platform - Windows, Linux, macOS, Hyper-V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Enterprise-ready - License management, multi-database, HA-capable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DevOps-friendly - RESTful API, webhook integrations, scriptable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Cost-effective - Minimal resource usage, flexible licensing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just monitor infrastructure—we provide actionable intelligence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Next Steps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Your Monitoring Needs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Faber Labs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Email: support@faberlabs.com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GitHub: https://github.com/faberlabs/dcim-server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Schedule a demo - See the platform in action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Proof of concept - Deploy in your test environment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Architecture review - Discuss your specific requirements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Implementation plan - Tailored deployment roadmap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7223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 infrastructure monitoring?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smarter, more secure data center monitoring together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Faber Labs | Enterprise DCIM Solution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2026-02-06T10:52:40Z</dcterms:created>
  <dcterms:modified xsi:type="dcterms:W3CDTF">2026-02-06T10:52:40Z</dcterms:modified>
</cp:coreProperties>
</file>